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645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健康追踪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AI 驱动的饮食健康管理平台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拍照识别  ·  体检分析  ·  个性化建议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商业计划书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一句话介绍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8288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不只是记录吃了什么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而是告诉你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该不该吃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43891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接入 AI 视觉识别  ·  打通体检报告  ·  中西医结合建议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为什么做这个产品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为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每一个关心健康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保持身材的女性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想知道每餐热量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不想靠感觉来控制饮食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关心孩子的家长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了解孩子吃得是否均衡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营养是否足够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慢性病风险人群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糖尿病、高血压、高血脂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高尿酸——需要根据体检调整饮食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不知道吃的东西有多少热量、是否适合自己身体状况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拍照即所得，AI 全流程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识别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拍照识别食物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自动匹配营养成分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体检分析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提取指标并解读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个性建议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结合健康档案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实时生成饮食指导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中医食补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952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四季体质调理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定制食疗方案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Next.js 全栈  ·  MiniMax-M3 多模态 AI  ·  PostgreSQL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功能亮点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5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AI 能力全面覆盖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56DB"/>
                </a:solidFill>
              </a:rPr>
              <a:t>拍照识别  ·  营养估算  ·  报告 OCR  ·  AI 分析  ·  中医食疗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全流程 AI 驱动：识别 → 分析 → 建议 → 食补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255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502920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内置食物数据库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覆盖主食、肉类、蔬菜、水果、饮品、菜肴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识别后智能匹配，未匹配项实时创建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响应式设计  ·  手机端 + 桌面端  ·  多用户支持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全流程 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AI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 覆盖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视觉识别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MiniMax-M3 多模态模型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温度 0 确定性输出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3 次测试一致率 100%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营养估算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输入食物名 + 克数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实时返回热量、蛋白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脂肪、碳水、纤维、糖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上传体检报告图片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三段式输出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指标提取 → 风险评估 → 饮食建议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OCR 指标提取  ·  规则引擎 + AI 双通道建议  ·  中医食补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记录太麻烦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手动查热量表效率极低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拍照一秒完成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不知道该吃什么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知道有高血糖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不知道这盘菜能不能吃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体检报告看不懂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拿了报告不知指标含义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不知怎么调整饮食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缺乏个性化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热量 App 千篇一律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不根据个人健康状况调整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中餐识别差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海外竞品西餐为主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中餐数据匮乏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 AI 深度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现有产品简单数据库查询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缺乏真正的 AI 分析能力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竞品分析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薄荷健康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国内最大食物库，用户量大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 AI 拍照  ·  无体检关联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120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MyFitnessPal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949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全球最大，数据库最丰富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西餐为主  ·  国内体验差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7280" y="38404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 饮食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运动+饮食一体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功能浅  ·  无 AI  ·  无体检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384048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健康追踪（我们）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全流程  ·  体检联动  ·  中西医结合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无直接竞品做到全链路 AI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产品功能矩阵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拍照识别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营养估算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体检 OCR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0664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报告分析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中医食补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热量圆环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30352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营养素进度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0664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动态建议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17 项核心功能全部已实现  ·  响应式适配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初期  ·  免费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积累用户和数据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验证 PMF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  ·  Freemium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免费版每日 5 次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付费 ¥19/月 无限使用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  ·  B2B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企业健康管理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¥5-10/人/月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增值服务：营养师咨询平台抽佣 15-20%  ·  健康食品电商引流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财务预测（第一年）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¥5 万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972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万人  ·  3% 付费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¥42 万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8404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中等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5 万人  ·  5% 付费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¥269 万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5836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乐观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20 万人  ·  8% 付费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年运营成本 ¥4,320 - ¥10,320  ·  AI API + 服务器 + 域名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准确率不足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支持手动修正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持续优化 prompt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用户留存低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体检→分析闭环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饮食打卡 + 成就系统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竞品跟进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聚焦全流程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+ 体检联动差异化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972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健康建议合规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免责声明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医学顾问审核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盈利不清晰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先免费验证 PMF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 MAU 再订阅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数据隐私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行业标准加密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用户数据不出境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18288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找到 10-20 个真实用户，进行为期 2 周的测试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28346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收集 AI 识别准确率和用户满意度数据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84048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38404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验证体检报告 → AI 分析 → 饮食建议需求强度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48463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确定国内部署方案，迭代产品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37160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每一次技术的进步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都应该让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1A56DB"/>
                </a:solidFill>
              </a:rPr>
              <a:t>普通人</a:t>
            </a:r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的生活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变得更好一些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健康追踪  · 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丁玥文  ·  王琰若  ·  方雅琪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健康追踪</dc:creator>
  <cp:lastModifiedBy>健康追踪</cp:lastModifiedBy>
  <cp:revision>1</cp:revision>
  <dcterms:created xsi:type="dcterms:W3CDTF">2026-07-29T07:27:58Z</dcterms:created>
  <dcterms:modified xsi:type="dcterms:W3CDTF">2026-07-29T07:27:58Z</dcterms:modified>
</cp:coreProperties>
</file>